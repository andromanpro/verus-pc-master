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ОБУЧЕНИЕ · МАСТЕРУ ПК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Чистка вирусов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по-честному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Показывай, что нашёл. Без выдуманных угроз.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69680" y="2103120"/>
            <a:ext cx="2743200" cy="274320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788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 — Autoruns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Sysinternals Autoruns показывает, что РЕАЛЬНО стартует с системой.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24003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608783"/>
            <a:ext cx="451714" cy="4517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65960" y="2340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Смотри автозагрузку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96596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грузится при старте — без догадок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210312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01968" y="24003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608783"/>
            <a:ext cx="451714" cy="45171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35240" y="2340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Снимай лишнее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63524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Левые «ускорители», тулбары, неизвестное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49377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«заразы» прячется именно в автозагрузке.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 — Два сканера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202" y="2435962"/>
            <a:ext cx="523037" cy="5230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Malwarebytes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и шпионское ПО.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435962"/>
            <a:ext cx="523037" cy="5230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ESET / MS Safety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Сильный второй движок.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2" y="2435962"/>
            <a:ext cx="523037" cy="523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Перекрёстно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что-то да пропустит. Но без паранойи.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базы каждый выезд. Лечим из безопасного режима, если мешает.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 — Браузер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Расширения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левые дополнения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Стартовая и поиск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Сбросить на нормальные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Ярлыки браузера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свойствах в конце не должно быть левого URL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Проверь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браузер — реклама ушла?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чаще всего сидит в браузере, а не «в системе».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4 — Покажи клиенту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202" y="2435962"/>
            <a:ext cx="523037" cy="5230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было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найденное на экране — не на словах.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435962"/>
            <a:ext cx="523037" cy="5230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Откуда лезет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Пиратский софт, «активаторы», левые сайты.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2" y="2435962"/>
            <a:ext cx="523037" cy="523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Как не повторить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по гигиене — это ценят.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Показал и объяснил — выглядишь профи, а не разводилой.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стоп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НЕ делать никогда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«1000 вирусов, срочно!»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Запугивание ради денег — нет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«Чистка реестра»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Плацебо, скорости не даёт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Платный AV по партнёрке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Впаривать поверх существующего — нет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Пиратка «в подарок»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подстава клиента и тебя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7185">
              <a:alpha val="14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такой приём = деньги один раз и минус репутация навсегда.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особо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Шифровальщик — особый случай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платить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не возвращают; это финансирует их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Отключить от сети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пошло дальше по сети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удалять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Зашифрованное и записку — сохранить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nomoreransom.org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Искать бесплатный декриптор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скажи: расшифровка возможна не всегда. Без обещаний.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8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972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4688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Честность = повторные клиенты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423160" y="3840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разводном рынке честный мастер — редкость.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его рекомендуют и к нему возвращаются.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Чистка от вирусов по-честному</dc:title>
  <dc:subject>PptxGenJS Presentation</dc:subject>
  <dc:creator>Роман</dc:creator>
  <cp:lastModifiedBy>Роман</cp:lastModifiedBy>
  <cp:revision>1</cp:revision>
  <dcterms:created xsi:type="dcterms:W3CDTF">2026-05-25T14:07:39Z</dcterms:created>
  <dcterms:modified xsi:type="dcterms:W3CDTF">2026-05-25T14:07:39Z</dcterms:modified>
</cp:coreProperties>
</file>