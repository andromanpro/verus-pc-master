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обучение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ОБУЧЕНИЕ · МАСТЕРУ ПК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Диагностика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 шагам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пойми — потом чини.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69680" y="2103120"/>
            <a:ext cx="2743200" cy="274320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788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правила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Три правила — всегда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202" y="2435962"/>
            <a:ext cx="523037" cy="5230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Сначала данные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любым серьёзным действием — копия важного на другой носитель.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912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42" y="2435962"/>
            <a:ext cx="523037" cy="5230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Показывай, не пугай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6344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Нашёл — показал на экране. Без выдуманных тысяч вирусов.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282" y="2435962"/>
            <a:ext cx="523037" cy="5230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Цена заранее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248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Назвал стоимость до работы. Никаких сюрпризов в счёте.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 есть «честный мастер» — за него и платят повторно.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1 — Расспроси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226588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и когда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96596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случилось и когда началось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A855F7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1" y="226588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менялось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63524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Ставил программу? Был скачок напряжения? Падал?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382036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Есть ли данные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9659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Важные фото/документы — это сразу меняет план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0936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1" y="3820363"/>
            <a:ext cx="451714" cy="4517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Цена-вилка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63524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Предварительно + «точно после диагностики»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Половина диагноза — в том, что человек расскажет. Слушай.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2 — Осмотри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226588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Пыль и запах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96596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Пыль, запах гари, перегрев на ощупь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1" y="226588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Конденсаторы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63524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Вздутые/потёкшие на плате — серьёзно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382036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Шлейфы и разъёмы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9659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 ли подключено, нет ли отошедшего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0936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1" y="3820363"/>
            <a:ext cx="451714" cy="4517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Индикаторы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63524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Сигналы/коды POST, лампочки питания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A855F7">
              <a:alpha val="14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Глаза и нос находят половину проблем до всякого софта.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3 — Сними данные с ПК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 Диагностика.bat (от админа) — за минуту видно всё главное: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383280" cy="2697480"/>
          </a:xfrm>
          <a:prstGeom prst="roundRect">
            <a:avLst>
              <a:gd name="adj" fmla="val 30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0" y="24231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202" y="2664562"/>
            <a:ext cx="523037" cy="52303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Диски + SMART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4023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Здоровье, износ, температура — кандидат №1 на тормоза.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89120" y="2057400"/>
            <a:ext cx="3383280" cy="2697480"/>
          </a:xfrm>
          <a:prstGeom prst="roundRect">
            <a:avLst>
              <a:gd name="adj" fmla="val 30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4231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42" y="2664562"/>
            <a:ext cx="523037" cy="52303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Температуры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63440" y="4023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Перегрев CPU/GPU виден сразу.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38160" y="2057400"/>
            <a:ext cx="3383280" cy="2697480"/>
          </a:xfrm>
          <a:prstGeom prst="roundRect">
            <a:avLst>
              <a:gd name="adj" fmla="val 30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326880" y="24231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A855F7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282" y="2664562"/>
            <a:ext cx="523037" cy="52303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3566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Память и нагрузка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12480" y="40233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занято, что грузит систему.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40080" y="49834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же можно показать клиенту — это и вау, и доверие.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4 — Копни по симптому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A855F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2265883"/>
            <a:ext cx="451714" cy="45171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Синие экраны?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96596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— MemTest86+ (гонять долго)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09360" y="178308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01968" y="205740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451" y="226588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35240" y="202082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Тормоза/зависания?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7635240" y="2514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 — CrystalDiskInfo, Victoria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4008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718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3820363"/>
            <a:ext cx="451714" cy="45171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Выключается?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96596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Перегрев/БП — HWiNFO, OCCT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309360" y="3337560"/>
            <a:ext cx="5212080" cy="1417320"/>
          </a:xfrm>
          <a:prstGeom prst="roundRect">
            <a:avLst>
              <a:gd name="adj" fmla="val 5806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601968" y="3611880"/>
            <a:ext cx="868680" cy="86868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451" y="3820363"/>
            <a:ext cx="451714" cy="45171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635240" y="35753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Реклама/тормоза?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7635240" y="40690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Вирусы — 2 сканера (см. вторую колоду)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BBF24">
              <a:alpha val="14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угадывай — проверяй по справочнику (база-знаний.html).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шаг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Шаг 5 — Объясни клиенту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202" y="2435962"/>
            <a:ext cx="523037" cy="5230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Простыми словами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умных терминов. Ты переводчик с «компьютерного».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38912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42" y="2435962"/>
            <a:ext cx="523037" cy="5230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Покажи на экране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66344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Ткни пальцем в проблему — человек видит и верит.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0" y="1828800"/>
            <a:ext cx="3383280" cy="2788920"/>
          </a:xfrm>
          <a:prstGeom prst="roundRect">
            <a:avLst>
              <a:gd name="adj" fmla="val 2951"/>
            </a:avLst>
          </a:prstGeom>
          <a:solidFill>
            <a:srgbClr val="151D30"/>
          </a:solidFill>
          <a:ln w="12700">
            <a:solidFill>
              <a:srgbClr val="26314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26880" y="2194560"/>
            <a:ext cx="1005840" cy="1005840"/>
          </a:xfrm>
          <a:prstGeom prst="ellipse">
            <a:avLst/>
          </a:prstGeom>
          <a:solidFill>
            <a:srgbClr val="0B1220"/>
          </a:solidFill>
          <a:ln w="15875">
            <a:solidFill>
              <a:srgbClr val="FBBF24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282" y="2435962"/>
            <a:ext cx="523037" cy="5230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Назови цену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1248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делаешь и сколько. Деталь — отдельной строкой.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400" y="5029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Понятно объяснил + показал = клиент спокоен и вернётся.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6858000" cy="68580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291840"/>
            <a:ext cx="7315200" cy="7315200"/>
          </a:xfrm>
          <a:prstGeom prst="ellipse">
            <a:avLst/>
          </a:prstGeom>
          <a:solidFill>
            <a:srgbClr val="F72585">
              <a:alpha val="9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02336"/>
            <a:ext cx="118872" cy="1188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3108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итог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0" y="310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8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097280"/>
            <a:ext cx="1005840" cy="1005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24688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 уверен — открой справочник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2423160" y="38404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данные. Потом всё остальное.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Звонить никому не нужно — всё есть на флешке.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Диагностика по шагам</dc:title>
  <dc:subject>PptxGenJS Presentation</dc:subject>
  <dc:creator>Роман</dc:creator>
  <cp:lastModifiedBy>Роман</cp:lastModifiedBy>
  <cp:revision>1</cp:revision>
  <dcterms:created xsi:type="dcterms:W3CDTF">2026-05-25T14:07:39Z</dcterms:created>
  <dcterms:modified xsi:type="dcterms:W3CDTF">2026-05-25T14:07:39Z</dcterms:modified>
</cp:coreProperties>
</file>