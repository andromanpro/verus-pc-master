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обзор курса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КУРС ПК-МАСТЕРА · ПЛАН ОБУЧЕНИЯ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Путь мастера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недель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«что внутри ПК» до первого платного клиента. План по неделям — каждая со своей темой, практикой и проверкой.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468880" cy="24688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288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цель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ты сможешь через 12 недель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84632" y="16459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901952"/>
            <a:ext cx="502920" cy="5029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96138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9304" y="18105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Разбираешь ПК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7512" y="23591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Спокойно открываешь системник и ноут, не боишься компонентов.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16459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901952"/>
            <a:ext cx="502920" cy="5029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436" y="196138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50792" y="18105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Ставишь Windows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29000" y="23591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нуля, с драйверами и нужными программами. За 1-2 часа.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07608" y="16459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90488" y="1901952"/>
            <a:ext cx="502920" cy="5029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24" y="196138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8105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Видишь причину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90488" y="23591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симптому понимаешь что вероятно сломано. Берёшь нужный инструмент.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84632" y="3035808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67512" y="3291840"/>
            <a:ext cx="502920" cy="5029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335127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9304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Решаешь типовое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67512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Вирусы, медленный ПК, перегрев, замена SSD. Самые частые жалобы.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46120" y="3035808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429000" y="3291840"/>
            <a:ext cx="502920" cy="5029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436" y="3351276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50792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Знаешь когда не браться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42900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говоришь клиенту «не возьмусь» и направляешь в лабораторию.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007608" y="3035808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190488" y="3291840"/>
            <a:ext cx="502920" cy="50292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924" y="3351276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1228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Работаешь легально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6190488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Самозанятый, акты приёмки, гарантия 14 дней.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база — после неё ты профессионально решаешь 80% типовых обращений к мастеру.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фаза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Недели 1-3 — фундамент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10512"/>
            <a:ext cx="914400" cy="91440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Неделя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ПК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3246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диски, материнка, БП. Что зачем, что бывает.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691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810512"/>
            <a:ext cx="914400" cy="91440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Неделя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Операционка Windows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47288" y="3246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NTFS, реестр, службы, учётки, UAC.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691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810512"/>
            <a:ext cx="914400" cy="91440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Неделя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железа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36208" y="3246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дисков, температуры, MemTest, термопаста.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фундамента дальше не будет.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неделя кончается практикой: разобрать ПК, поставить Windows, прогнать MemTest86+.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фаза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Недели 4-6 — спасение и сети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10512"/>
            <a:ext cx="914400" cy="91440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Неделя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Windows не грузится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3246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Безопасный режим, точка восстановления, Hiren's, команды.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691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810512"/>
            <a:ext cx="914400" cy="91440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Неделя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Чистка от вирусов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47288" y="3246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Сканеры, Autoruns, чистка автозагрузки. По-честному.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691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810512"/>
            <a:ext cx="914400" cy="91440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Неделя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Сети, провайдер, DPI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36208" y="3246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диагностики, GoodbyeDPI и zapret, починка YouTube/Telegram.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ты решаешь самые частые жалобы 2026 года.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концу 6 недели ты уже можешь идти к другу с ноутом «тормозит» и реально починить.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фаза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Недели 7-9 — продвинутые навыки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10512"/>
            <a:ext cx="914400" cy="91440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Неделя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компонентов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3246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с клонированием, RAM, термопаста, БП. Самый прибыльный навык.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691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810512"/>
            <a:ext cx="914400" cy="91440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Неделя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 данных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47288" y="3246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TestDisk, PhotoRec, DMDE. И главное — когда не браться.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691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810512"/>
            <a:ext cx="914400" cy="91440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Неделя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Общение с клиентом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36208" y="3246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Скрипты разговора, типовые ситуации, отказы. Половина успеха бизнеса.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Тут навыки становятся специализацией мастера.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три темы решают самые сложные и прибыльные случаи. Здесь ты начинаешь зарабатывать.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фаза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Недели 10-12 — бизнес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10512"/>
            <a:ext cx="914400" cy="91440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Неделя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Verus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3246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Глубокое освоение всех функций. Это твой главный рабочий инструмент.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691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810512"/>
            <a:ext cx="914400" cy="91440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Неделя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Юридический минимум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47288" y="3246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Самозанятость, акты, ПДн клиента, ответственность за данные.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691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810512"/>
            <a:ext cx="914400" cy="91440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Неделя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клиент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36208" y="3246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 или родственник — бесплатно или за символическую плату. Пробный цикл.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Знания + инструмент + легальность = готов к платной работе.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12-й неделе у тебя дашборд, акты, регистрация самозанятого и первый клиент в портфолио.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принципы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Главные принципы мастера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659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клиента — святое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836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любой работой — бэкап. Не открывай личное без необходимости.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Честность важнее заработка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4728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 реальную причину, а не выдуманную. Не возьмёшь — направь в лабораторию.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4944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работа в бумаге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3620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приёмки + акт передачи + чек. Это твоя страховка от исков.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три принципа важнее любых технических навыков. Без них репутация умрёт за один прокол.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маркеры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понять что прокачался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84048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828800"/>
            <a:ext cx="1097280" cy="10972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0-10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клиентов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3035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Новичок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Знаешь компоненты, можешь решить простые случаи. Заполняешь акты грамотно.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05456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62656" y="1828800"/>
            <a:ext cx="1097280" cy="10972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62656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10-50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962656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клиентов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96896" y="3035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70048" y="345643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 ставишь диагноз в типовых ситуациях. Знаешь куда отправить в сложном случае.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26864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4064" y="1828800"/>
            <a:ext cx="1097280" cy="10972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4064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50-200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84064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клиентов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18304" y="3035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Опытный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91456" y="345643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Видишь паттерны: «эта модель ноута ломается так». Берёшь сложные кейсы.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48272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05472" y="1828800"/>
            <a:ext cx="1097280" cy="10972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05472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205472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клиентов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39712" y="3035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12864" y="345643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Тебя рекомендуют другие мастера. Открываешь свой сервис или школу.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новичка до базового уровня — 6-12 месяцев активной практики. Не торопись.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дальше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после 12 недель — направления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Куда расти после базы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12 недель — выбираешь специализацию или продолжаешь общую практику.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Ноутбуки — пайка, BGA, диагностика плат. Учиться ещё 6-12 мес.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MacBook / Apple — отдельная экосистема, дорогие клиенты.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Серверы / RAID — для бизнес-клиентов, другие деньги.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Восстановление данных в лаборатории — нужно оборудование PC-3000.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Сетевая инфраструктура — настройка квартир и офисов.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Расширения для геймеров — разгон, водянка, RGB.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торопись с выбором. После полугода практики увидишь куда тянет.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 меняются. Учиться придётся всю жизнь. Перестал учиться — устарел за год.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старт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 чего начать прямо сейчас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дорожную карту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«Дорожная карта мастера» — там подробно по каждой неделе.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Начни неделю 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44728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Разбери свой ПК. Сделай фото. Изучи что внутри.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торопись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3620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4 недели по-настоящему, чем 12 по верхам.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реальный клиент полезнее 10 часов теории. Не откладывай практику до «когда буду готов».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Путь ПК-мастера — 12 недель</dc:title>
  <dc:subject>Обзорная презентация курса</dc:subject>
  <dc:creator>Verus</dc:creator>
  <cp:lastModifiedBy>Verus</cp:lastModifiedBy>
  <cp:revision>1</cp:revision>
  <dcterms:created xsi:type="dcterms:W3CDTF">2026-06-01T07:44:08Z</dcterms:created>
  <dcterms:modified xsi:type="dcterms:W3CDTF">2026-06-01T07:44:08Z</dcterms:modified>
</cp:coreProperties>
</file>