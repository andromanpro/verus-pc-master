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Восстановление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данных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чинить самому, когда честно сказать «не возьмусь, в лабораторию». И главное — что не делать никогда.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правило #1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Главное правило — другой диск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Никогда не пиши на тот же диск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файл удалён — он не исчезает физически. Windows просто пометила место «свободно». Файл всё ещё там, пока его не перезапишут новые данные.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ставить программу восстановления на тот же диск, или копировать файлы туда обратно — ты затираешь то, что хотел спасти.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 всегда: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Программу восстановления запускаешь с флешки или другого диска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Восстановленные файлы пишешь на ДРУГОЙ диск (внешний, флешка)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Если диск С: — работай с него только на чтение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правило важнее самой программы восстановления. Нарушил — потерял всё.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сложность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уровня сложности — что у клиента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удалил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Удалил Shift+Del. Файл цел, ссылка пропала. 80% случаев восстанавливается за час.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96896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Форматнул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 «быстрое форматирование». Файлы целы, NTFS-таблица пуста. Восстанавливается.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2664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18304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Битая ФС (RAW)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1456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показывает 0 байт, файловая система RAW. NTFS повреждена — лечится TestDisk.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39712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12864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щёлкает, скрежещет или не определяется в BIOS. Срочно в лабораторию, не включай.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определи уровень — потом выбирай программу. Не наоборот.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Просто удалил — самое простое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Корзина → Shadow Copies → Recuva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проверь самое простое: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Корзина (если не Shift+Del)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Предыдущие версии папки (ПКМ → Свойства → Предыдущие версии) — Windows иногда сама хранит снимки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OneDrive / Google Drive / iCloud — если файл был в облачной папке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История файлов (если у клиента настроена)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всё пусто — программа Recuva (бесплатно, от Piriform). Простая, для базовых случаев работает отлично. Ставишь на флешку, сканируешь диск.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«бесплатные» источники, потом сканеры. Сэкономишь час и нервы клиента.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PhotoRec — по сигнатурам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Спасатель когда таблица потеряна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PhotoRec не ищет «файлы по именам». Он сканирует диск побайтно и ищет известные сигнатуры — начало JPG, DOCX, ZIP, MP4. Находит файлы которые «висят» в свободном месте.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Плюсы: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Бесплатно (часть пакета TestDisk)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Работает после форматирования или потери таблицы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Поддерживает 400+ типов файлов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Минус: восстановленные файлы **без имён**, в куче. Папок нет, всё в формате `f0001234.jpg`, `f0001235.docx`. Клиент будет долго переименовывать.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PhotoRec — последний рубеж когда «по именам» не работает. Главное — данные есть.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TestDisk — лечит файловую систему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диск стал RAW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Иногда диск физически жив, файлы целы — но NTFS-таблица повреждена. Windows показывает «диск не отформатирован». Не нажимай форматировать!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 восстанавливает саму таблицу разделов и NTFS-индекс. После этого файлы возвращаются с именами и структурой папок.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— текстовый, как из 90-х, не пугайся. Команды простые: Analyse → Quick Search (найдёт раздел) → Write (запишет таблицу). Гайды есть на cgsecurity.org/wiki.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 и PhotoRec — это один пакет. Бесплатный, мощный, лет 20 как стандарт у мастеров.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DMDE и R-Studio — когда сложнее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DMDE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то, что не видит TestDisk: RAID-массивы, сложные случаи. Интерфейс понятный.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брать: dmde.com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Лицензия: бесплатная — только личное/ознакомление. Восстановление данных клиентам = услуга → нужна платная (от ~$20).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69164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87452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0644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R-Studio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937760" y="274320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Профессиональный инструмент. Дорогой (от 80 долларов), но восстанавливает что не смогли другие. Используется в лабораториях.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брать: если клиент готов платить за результат.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Демо-версия читает но не сохраняет.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платных услуг: TestDisk/PhotoRec (GPL) бесплатны и легальны; DMDE/R-Studio — по платной лицензии.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стоп!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категорически не браться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щёлкает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Стук, треск, скрежет = головка касается блинов. Каждое включение убивает файлы дальше. Сразу в лабораторию.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без ключа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 без ключа восстановления — это математически невозможно вскрыть. Сразу честно сказать клиенту.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Залит жидкостью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Замыкания не видно, но контакты корродируют. Включишь — сожжёшь оставшееся. Лаборатория с чистой комнатой.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сомневаешься — не включай. Тяга «попробовать» убивает шанс на восстановление в лаборатории.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лаборатория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отправлять в лабораторию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сам не сможешь — направляй честно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 восстановления — это «чистая комната», стенды для разборки головок, доноры для замены электроники. Это не «программа». Это физический ремонт диска.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стоит направлять: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Физическое повреждение (стук, удар, падение)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Диск не определяется в BIOS совсем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После пожара или потопа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Когда клиент готов платить от 15-50 тыс. ₽ за результат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скажи клиенту: «я не возьмусь, испорчу. Вот ребята, у них оборудование. Цена дороже, но шанс есть.» Доверие клиента — твой капитал.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2-3 проверенных лаборатории в своём городе. Это твой ресурс.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Порядок действий — 4 шага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Выключи и не пиши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Отключи питание. Не запускай программы. Каждое действие может затереть.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96896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Сними образ диска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важные данные — сделай посекторный образ (Macrium Reflect). Работай с копией.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2664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18304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по уровням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→ Recuva → PhotoRec → TestDisk → DMDE → R-Studio. От простого к сложному.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39712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 где остановиться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2864" y="2944368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поломка → лаборатория. BitLocker без ключа → невозможно. Скажи честно.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клиента — это его жизнь. Спешка убивает шансы. Спокойствие и порядок.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Восстановление данных</dc:title>
  <dc:subject>Урок 5 курса «Мастер ПК»</dc:subject>
  <dc:creator>Verus</dc:creator>
  <cp:lastModifiedBy>Verus</cp:lastModifiedBy>
  <cp:revision>1</cp:revision>
  <dcterms:created xsi:type="dcterms:W3CDTF">2026-06-25T19:29:16Z</dcterms:created>
  <dcterms:modified xsi:type="dcterms:W3CDTF">2026-06-25T19:29:16Z</dcterms:modified>
</cp:coreProperties>
</file>