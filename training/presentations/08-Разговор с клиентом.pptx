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обучение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6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КУРС ПК-МАСТЕРА · УРОК 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5486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Разговор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 клиентом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Половина успеха мастера — не в железе, а в словах. Готовые скрипты для 8 типовых ситуаций.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1417320"/>
            <a:ext cx="2468880" cy="24688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8288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правило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Главное правило разговора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Помогать, а не продавать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клиент чувствует что ты искренне на его стороне — он становится постоянным и рассказывает о тебе другим. Когда чувствует что ты «впариваешь» — уходит к конкуренту.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Покажи цифры на экране — клиент сам поймёт что не так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Дай 2 варианта решения, не один (вариант = свобода)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Не дави сроком и страхом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Если можно не чинить — скажи это честно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простое: представь что чинишь ПК своему другу. Что бы ты сказал ему? Так и говори с клиентом.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Постоянный клиент стоит дороже 10 разовых. Зарабатывай доверие, не разовый чек.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первый контакт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«Сколько будет стоить?» — по телефону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СИТУАЦИЯ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Незнакомый человек пишет в чат / звонит: «Здравствуйте, у меня тормозит ноутбук. Сколько будет стоить починить?»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783080"/>
            <a:ext cx="18288" cy="2423160"/>
          </a:xfrm>
          <a:prstGeom prst="rect">
            <a:avLst/>
          </a:prstGeom>
          <a:solidFill>
            <a:srgbClr val="1B274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ТВОЙ ОТВЕТ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05740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«Чтобы назвать цену — нужна диагностика, она у меня бесплатная. Тормоза могут быть от 5 разных причин: цена от 0 (просто почистить автозагрузку) до 8000₽ (умирающий диск). Сначала посмотрю — потом скажу точно. Где удобнее: я приеду или привезёшь?»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74720" y="3794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так: Не называй цену по телефону. Бесплатная диагностика снимает страх клиента и сразу переводит в действие.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«по телефону» — ловушка. Либо завысишь и испугаешь, либо занизишь и потом стыдно поднимать.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торг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«А сосед сделает за 500₽»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СИТУАЦИЯ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торгуется на месте: «Слушай, 1500₽ — это много. У меня сосед говорит он делает за 500. Может скинешь?»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783080"/>
            <a:ext cx="18288" cy="2423160"/>
          </a:xfrm>
          <a:prstGeom prst="rect">
            <a:avLst/>
          </a:prstGeom>
          <a:solidFill>
            <a:srgbClr val="1B274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ТВОЙ ОТВЕТ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05740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«Понимаю, бюджет важен. Моя цена — 1500₽: это с гарантией 14 дней и полным актом передачи. Если сосед делает за 500 — попробуй у него, я не обижусь. Если что-то не получится — звони, возьму ту же 1500₽ и сделаю до результата.»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74720" y="3794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так: Не оправдывайся. Не сравнивайся. Знай свою цену. Парадокс: люди соглашаются проще когда не давишь.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Скидка — только обоснованная (пенсионер, оптом, постоянный). Не «потому что попросил».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плохая новость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Сообщить что диск умирает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СИТУАЦИЯ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диагностики ты видишь: SMART красный, износ 92%, ошибок чтения 47. На диске вся бухгалтерия за 5 лет.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783080"/>
            <a:ext cx="18288" cy="2423160"/>
          </a:xfrm>
          <a:prstGeom prst="rect">
            <a:avLst/>
          </a:prstGeom>
          <a:solidFill>
            <a:srgbClr val="1B274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ТВОЙ ОТВЕТ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05740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«Слушай. Мне есть что сказать, и это не самое приятное. Твой диск — на финишной прямой. Сейчас работает, но через месяц-полгода однажды утром не включится. Что предлагаю: сегодня сделать бэкап (бесплатно, 30 мин), на неделе — новый SSD + перенос системы (~9000₽). Это дешевле чем потом восстановление в лаборатории. Решать тебе.»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74720" y="3794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так: Подготовь («есть что сказать»). Дай цифры. Покажи последствия. Дай план. Не дави.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(а не «диск ужасен») — это диск пишет о себе. Не твоё мнение. Клиент верит цифрам.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нелегальное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«Поставь активатор Windows»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СИТУАЦИЯ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просит установить пиратский активатор Windows / пиратский Photoshop / прочее нелегальное.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783080"/>
            <a:ext cx="18288" cy="2423160"/>
          </a:xfrm>
          <a:prstGeom prst="rect">
            <a:avLst/>
          </a:prstGeom>
          <a:solidFill>
            <a:srgbClr val="1B274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ТВОЙ ОТВЕТ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05740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 возьмусь — не потому что не умею, а потому что активаторы в 30% случаев это трояны. У меня были люди — получили бесплатную винду и майнер в нагрузку. Если хочешь легально: лицензия ~6000₽ в DNS, либо OEM-ключ за 2000₽ на маркетплейсе. Либо Linux бесплатно — для офиса подходит, настрою.»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74720" y="3794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так: Откажись прямо, без морализаторства. Объясни ПОЧЕМУ клиенту вредно. Предложи легальную альтернативу.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читай мораль («это плохо»). Не торгуйся («ну если за тройную цену»). Просто отказ + альтернатива.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конфликт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«Ты мне что-то сломал!»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СИТУАЦИЯ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3 дня после твоей работы (чистка от пыли) клиент звонит злой: «У меня Wi-Fi теперь пропадает каждые 10 минут! Ты что-то сделал!»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783080"/>
            <a:ext cx="18288" cy="2423160"/>
          </a:xfrm>
          <a:prstGeom prst="rect">
            <a:avLst/>
          </a:prstGeom>
          <a:solidFill>
            <a:srgbClr val="1B274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ТВОЙ ОТВЕТ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05740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«Понял тебя. Сейчас разберёмся. Wi-Fi пропадает каждые 10 минут — серьёзно. Подъеду посмотрю бесплатно. Если проблема от моей работы — починю за свой счёт. Если не от моей — поставлю диагноз и скажу что чинить, но это отдельный заказ. Когда удобно?»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74720" y="3794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так: Первая реакция (защитная): «это не я!». НЕ говори этого. Спокойно: бесплатный визит → диагностика → честный итог.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ты накосячил — признай и почини бесплатно. Если нет — покажи факты без эмоций. Не спорь по телефону.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бабушка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Пожилой клиент с недоверием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СИТУАЦИЯ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Бабушка по телефону: «Сынок, я тебя боюсь. Сосед как-то приходил, всё забрал и денег попросил много, а лучше не стало.»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783080"/>
            <a:ext cx="18288" cy="2423160"/>
          </a:xfrm>
          <a:prstGeom prst="rect">
            <a:avLst/>
          </a:prstGeom>
          <a:solidFill>
            <a:srgbClr val="1B274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ТВОЙ ОТВЕТ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05740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 волнуйтесь, обманывать не буду. Сначала приеду посмотрю бесплатно. Скажу что не так и сколько починка стоит. Если согласитесь — починю, заплатите наличными после. Если не согласитесь — уеду, ничего не должны. Обычно мои работы 1000-3000 рублей.»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74720" y="3794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так: Спокойный тон, без давления. Назови верхнюю границу цены до встречи. Бесплатная диагностика — твой главный аргумент.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трогай банки и Госуслуги бабушки. Никогда. И не оставайся дольше нужного. Чай не пей.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айтишник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Клиент, который сам в IT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СИТУАЦИЯ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Программист стоит над душой во время твоей работы: «А зачем ты вот это делаешь? Я бы по-другому. Я когда сам разбирал — всё работало.»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783080"/>
            <a:ext cx="18288" cy="2423160"/>
          </a:xfrm>
          <a:prstGeom prst="rect">
            <a:avLst/>
          </a:prstGeom>
          <a:solidFill>
            <a:srgbClr val="1B274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ТВОЙ ОТВЕТ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05740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«Да, можно и так. Я делаю по-другому потому что [конкретная причина]. Смотри, вот я снял теплосъёмник — видишь термопаста? Превратилась в камень. Когда ты сам разбирал, она была свежая. Сейчас прошло 3 года — норма. Поставлю Arctic MX-4, теплопроводность 8.5 — будет как раньше.»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74720" y="3794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так: Это сложный, но не плохой клиент. Признай его компетенцию. Объясняй технически — он любит детали. Не нервничай на провокации.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Айтишник часто рекомендует тебя другим программистам. Это отличный канал клиентов.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итог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принципа любого разговора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84048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1268" y="182880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1920240"/>
            <a:ext cx="594360" cy="594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75488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Помогать, не продавать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200400"/>
            <a:ext cx="1682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Покажи цифры, дай варианты, не дави на страх и срок.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505456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22676" y="182880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116" y="1920240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96896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— после диагностики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670048" y="3200400"/>
            <a:ext cx="1682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Никаких прайсов по телефону. Сначала смотрю, потом говорю.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626864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244084" y="182880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524" y="1920240"/>
            <a:ext cx="594360" cy="5943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18304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оправдывайся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791456" y="3200400"/>
            <a:ext cx="1682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 свою цену. Не сравнивайся с конкурентами. Не извиняйся за работу.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748272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365492" y="182880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1920240"/>
            <a:ext cx="594360" cy="5943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39712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Умей сказать «нет»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912864" y="3200400"/>
            <a:ext cx="1682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Нелегальное, выше уровня, BitLocker без ключа — прямой отказ + альтернатива.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Тренируйся на друзьях. Записывай разговоры на диктофон. Через 50 клиентов появится свой стиль.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Разговор с клиентом — типовые ситуации</dc:title>
  <dc:subject>Урок 8 курса «Мастер ПК»</dc:subject>
  <dc:creator>Verus</dc:creator>
  <cp:lastModifiedBy>Verus</cp:lastModifiedBy>
  <cp:revision>1</cp:revision>
  <dcterms:created xsi:type="dcterms:W3CDTF">2026-05-31T07:26:36Z</dcterms:created>
  <dcterms:modified xsi:type="dcterms:W3CDTF">2026-05-31T07:26:36Z</dcterms:modified>
</cp:coreProperties>
</file>