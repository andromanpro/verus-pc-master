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обучение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6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КУРС ПК-МАСТЕРА · УРОК 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5486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Сети</a:t>
            </a:r>
            <a:endParaRPr lang="en-US" sz="5000" dirty="0"/>
          </a:p>
          <a:p>
            <a:pPr algn="l"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 интернет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чья зона ответственности — и как чинить торможение YouTube, Discord и Telegram локально, без VPN.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1417320"/>
            <a:ext cx="2468880" cy="24688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8288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схема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Где чья зона ответственности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1783080" cy="2377440"/>
          </a:xfrm>
          <a:prstGeom prst="roundRect">
            <a:avLst>
              <a:gd name="adj" fmla="val 4103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0140" y="1874520"/>
            <a:ext cx="731520" cy="73152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436" y="1956816"/>
            <a:ext cx="566928" cy="5669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2697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ПК клиента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31089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Wi-Fi, кабель,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 сети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404872" y="26060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2651760" y="1691640"/>
            <a:ext cx="1783080" cy="2377440"/>
          </a:xfrm>
          <a:prstGeom prst="roundRect">
            <a:avLst>
              <a:gd name="adj" fmla="val 4103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77540" y="1874520"/>
            <a:ext cx="731520" cy="73152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836" y="1956816"/>
            <a:ext cx="566928" cy="56692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743200" y="2697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Роутер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2788920" y="31089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дома,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раздаёт интернет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462272" y="26060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4709160" y="1691640"/>
            <a:ext cx="1783080" cy="2377440"/>
          </a:xfrm>
          <a:prstGeom prst="roundRect">
            <a:avLst>
              <a:gd name="adj" fmla="val 4103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234940" y="1874520"/>
            <a:ext cx="731520" cy="73152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236" y="1956816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00600" y="2697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4846320" y="31089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Кабель в дом,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 скорости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519672" y="26060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6766560" y="1691640"/>
            <a:ext cx="1783080" cy="2377440"/>
          </a:xfrm>
          <a:prstGeom prst="roundRect">
            <a:avLst>
              <a:gd name="adj" fmla="val 4103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292340" y="1874520"/>
            <a:ext cx="731520" cy="73152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636" y="1956816"/>
            <a:ext cx="566928" cy="56692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58000" y="2697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6903720" y="31089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Серверы YouTube,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и т.д.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Прежде чем чинить — пойми где ломается. Часто проблема не на ПК, а в провайдере или роутере.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команды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команды для диагностики сети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12064" y="169164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1965960"/>
            <a:ext cx="685800" cy="68580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05740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63624" y="18745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ipconfig /all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63624" y="22860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у меня IP, шлюз, DNS. Стартовая команда.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54296" y="169164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82896" y="1965960"/>
            <a:ext cx="685800" cy="68580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205740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05856" y="18745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ya.ru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705856" y="22860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Отвечает сервер или нет? Сколько мс задержка?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12064" y="3090672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0664" y="3364992"/>
            <a:ext cx="685800" cy="68580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456432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63624" y="327355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tracert ya.ru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563624" y="368503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какие узлы идёт пакет. Где обрыв.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654296" y="3090672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82896" y="3364992"/>
            <a:ext cx="685800" cy="68580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456432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705856" y="327355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nslookup ya.ru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5705856" y="368503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превращается в IP. Если нет — DNS сломан.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 cmd → набери команду. Цифры расскажут, где беда раньше чем клиент.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DNS — телефонная книга интернета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Имя → IP-адрес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«youtube.com» — это просто имя. У него за кулисами IP, например 142.250.184.78. DNS — это служба, которая по имени отдаёт IP.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ломается: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DNS-сервер провайдера тупит → сайты «не открываются по имени, но работают по IP»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DNS подменён вирусом → ты идёшь на «youtube.com», а попадаешь на фишинг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Лечение: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 свойствах сети сменить DNS на Cloudflare 1.1.1.1 или Google 8.8.8.8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Команда `ipconfig /flushdns` — сброс кэша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ping работает по IP но не работает по имени — почти точно DNS виноват.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DPI и TSPU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Почему YouTube тормозит в РФ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FB718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TSPU — провайдер смотрит в твои пакеты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2022 у российских провайдеров установлено оборудование TSPU. Оно смотрит ЧТО внутри каждого пакета — это называется Deep Packet Inspection (DPI).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оборудование видит «это пакет к YouTube» — оно специально замедляет соединение. Цель: чтобы видео грузилось плохо.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выглядит у клиента: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YouTube открывается, но видео крутится бесконечно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Telegram-чат работает, а звонки рассыпаются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На том же Wi-Fi через 4G на телефоне — всё в порядке (другой провайдер)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клиентский ПК и не его Wi-Fi. Это провайдер. Объясни клиенту — снимешь его панику.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GoodbyeDPI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GoodbyeDPI — лечит локально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Open-source утилита от ValdikSS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GoodbyeDPI меняет формат сетевых пакетов так, что TSPU не может их «прочитать» и замедлить. Никуда за границу твой трафик не идёт — это не VPN, это локальная правка пакетов.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 мастер: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 дашборде Verus: кнопка «🎬 Починить YouTube/Discord/Telegram»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Выбирает GoodbyeDPI → «Поставить сервис»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Через 5 секунд YouTube грузит видео нормально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Годы проверки: проект ValdikSS с 2017, работает у миллионов людей. Бесплатно. Без подписок. Без аккаунтов.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GoodbyeDPI — стандарт. Решает 80-90% жалоб на торможение YouTube и Discord.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zapret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zapret — когда GoodbyeDPI не пробил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FBBF2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Расширенный обход для новых TSPU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TSPU обновляются. Когда провайдер закрывает дыру, в которую пролезал GoodbyeDPI — выходит zapret с новой стратегией. У нас на флешке версия от Flowseal с готовыми .bat для YouTube, Discord и Telegram.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брать zapret: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GoodbyeDPI поставил, YouTube всё равно тормозит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Нужны голос или видеозвонки в Telegram (zapret умеет UDP)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Жёсткий регион (Москва, СПб — иногда GoodbyeDPI не пробивает)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пробуй GoodbyeDPI. Не помог — переключайся на zapret. Это в той же модалке дашборда.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голос в Telegram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Голос в Telegram — частично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94460" y="182880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920240"/>
            <a:ext cx="594360" cy="594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TCP-трафик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58368" y="3154680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Веб-страницы, чаты в Telegram, картинки. GoodbyeDPI/zapret пробивают почти всегда.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4612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83380" y="182880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820" y="1920240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UDP-трафик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447288" y="3154680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Видеозвонки, голос. Лечится только zapret и не всегда. У провайдера разная политика к UDP.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3504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972300" y="182880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740" y="1920240"/>
            <a:ext cx="594360" cy="5943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не вылечить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236208" y="3154680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провайдер режет UDP жёстко — звонки в Telegram локально не починить. Нужен VPN.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Скажи клиенту честно: чат лечу, видеосообщения — лечу, звонки — может и не выйти. Тогда VPN.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VPN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Когда локального уже не хватает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A855F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Граница локальных решений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— это туннель через зарубежный сервер. Весь твой трафик идёт через него, провайдер видит только зашифрованный поток.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VPN реально нужен: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Звонки в Telegram через UDP в проблемных регионах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Сервисы которые не «замедлены», а реально заблокированы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Корпоративные ресурсы за рубежом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предлагать: AmneziaVPN (российский open-source) или Outline. Клиент платит VPS-провайдеру сам ~200₽/мес.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— последний шаг. Дороже, сложнее, может перестать работать. Сначала локальные средства.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итог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Алгоритм диагностики сети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84048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1810512"/>
            <a:ext cx="640080" cy="6400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5488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 Verus → probe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944368"/>
            <a:ext cx="16824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сам пингует YouTube/Telegram/Discord/Cloudflare. Если красное — есть замедление.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05456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91256" y="1810512"/>
            <a:ext cx="640080" cy="6400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91256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596896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Поставь GoodbyeDPI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70048" y="2944368"/>
            <a:ext cx="16824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«🎬 Починить» → GoodbyeDPI → сервис. 80% случаев решается за 5 секунд.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26864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2664" y="1810512"/>
            <a:ext cx="640080" cy="6400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12664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18304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помогло → zapret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91456" y="2944368"/>
            <a:ext cx="16824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же модалка → zapret. Особенно если жалуются на голос в Telegram.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48272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34072" y="1810512"/>
            <a:ext cx="640080" cy="6400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34072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839712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помогло → VPN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12864" y="2944368"/>
            <a:ext cx="16824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AmneziaVPN или Outline. Это отдельная услуга, дороже. Объясни клиенту риски.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лезь в роутер и DNS пока не убедился что проблема не в DPI. Сначала probe.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Сети и DPI — починка YouTube и Telegram</dc:title>
  <dc:subject>Урок 4 курса «Мастер ПК»</dc:subject>
  <dc:creator>Verus</dc:creator>
  <cp:lastModifiedBy>Verus</cp:lastModifiedBy>
  <cp:revision>1</cp:revision>
  <dcterms:created xsi:type="dcterms:W3CDTF">2026-05-31T07:26:34Z</dcterms:created>
  <dcterms:modified xsi:type="dcterms:W3CDTF">2026-05-31T07:26:34Z</dcterms:modified>
</cp:coreProperties>
</file>