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обучение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6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КУРС ПК-МАСТЕРА · УРОК 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5486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Язык вашего ПК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SMART, температуры, синие экраны — три способа, которыми ПК сам рассказывает о своём здоровье.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0" y="1417320"/>
            <a:ext cx="2468880" cy="24688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22D3EE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82880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три языка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Тремя способами ПК говорит о здоровье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76756" y="1773936"/>
            <a:ext cx="612648" cy="612648"/>
          </a:xfrm>
          <a:prstGeom prst="ellipse">
            <a:avLst/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20" y="182880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2468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дисков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" y="2770632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 сам считает свои часы работы, ошибки и износ. Программа CrystalDiskInfo читает эти цифры.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46120" y="169164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65676" y="1773936"/>
            <a:ext cx="612648" cy="612648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540" y="182880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37560" y="2468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Температуры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429000" y="2770632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GPU, диск — у каждого датчик. LibreHardwareMonitor показывает их в реальном времени.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35040" y="169164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054596" y="1773936"/>
            <a:ext cx="612648" cy="612648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718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460" y="1828800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26480" y="2468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Синие экраны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217920" y="2770632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BSOD — это не «глюк», это диагноз. Код ошибки + минидамп говорят, что именно сломалось.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что-то не работает — сначала спроси сам ПК. Он уже знает что у него болит.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SMART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— диск рассказывает о себе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17420"/>
            <a:ext cx="1554480" cy="15544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22D3E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886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Self-Monitoring, Analysis, Reporting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51760" y="2496312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современный диск (HDD, SSD, NVMe) сам ведёт дневник: сколько часов работал, сколько ошибок было, какая температура.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читаешь этот дневник программой CrystalDiskInfo. Она бесплатная и есть на флешке мастера.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Цвета в её отчёте: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Синий «Хорошо» — диск здоров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Жёлтый «Тревога» — пора готовиться к замене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Красный «Плохо» — копируй данные срочно, диск умирает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доверяй ощущениям клиента «диск работает». Доверяй SMART.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параметры SMART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параметров на которые смотреть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02920" y="1627632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856232"/>
            <a:ext cx="457200" cy="45720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920240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17922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Power-On Hours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" y="2249424"/>
            <a:ext cx="2286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часов диск проработал за всю жизнь. Норма для HDD до 30 000 ч. Больше — старый, готовь замену.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46120" y="1627632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29000" y="1856232"/>
            <a:ext cx="457200" cy="45720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7185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1920240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77640" y="17922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Reallocated Sectors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429000" y="2249424"/>
            <a:ext cx="2286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повреждённых блоков уже переназначено. У живого диска должно быть 0. Любое значение &gt; 0 — тревога.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989320" y="1627632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172200" y="1856232"/>
            <a:ext cx="457200" cy="45720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920240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20840" y="17922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 Leveling (SSD)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172200" y="2249424"/>
            <a:ext cx="2286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Износ SSD: 100 = новый, 0 = выработал ресурс. Меньше 20 — замена обязательно.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02920" y="3044952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85800" y="3273552"/>
            <a:ext cx="457200" cy="45720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A855F7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337560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34440" y="32095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LBA Written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85800" y="3666744"/>
            <a:ext cx="2286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ТБ записано за жизнь SSD. Помогает понять «бытовой» диск или «майнерский».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246120" y="3044952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3429000" y="3273552"/>
            <a:ext cx="457200" cy="45720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7185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152" y="3337560"/>
            <a:ext cx="329184" cy="32918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977640" y="32095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errors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3429000" y="3666744"/>
            <a:ext cx="2286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Сбои чтения и записи. У здорового диска — нули. Появились — диск гибнет.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5989320" y="3044952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6172200" y="3273552"/>
            <a:ext cx="457200" cy="45720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3337560"/>
            <a:ext cx="329184" cy="32918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720840" y="32095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6172200" y="3666744"/>
            <a:ext cx="2286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Температура диска. Норма 30-45°C. Выше 55°C — нужна вентиляция корпуса.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шесть параметров CrystalDiskInfo показывает в одном окне. Посмотри — и сразу видна картина.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температуры CPU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Температуры процессора — нормы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94460" y="1874520"/>
            <a:ext cx="777240" cy="77724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1965960"/>
            <a:ext cx="594360" cy="5943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простое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48640" y="3127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35-55°C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58368" y="356616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 открыт, музыка играет. Если выше 60°C в простое — пыль в радиаторе или термопаста.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46120" y="169164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83380" y="1874520"/>
            <a:ext cx="777240" cy="77724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820" y="1965960"/>
            <a:ext cx="594360" cy="5943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37560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нагрузкой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3337560" y="3127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65-85°C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3447288" y="356616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Игра, монтаж видео, стресс-тест. Это норма для современного CPU.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035040" y="169164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972300" y="1874520"/>
            <a:ext cx="777240" cy="77724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7185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740" y="1965960"/>
            <a:ext cx="594360" cy="5943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126480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Тревога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6126480" y="3127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 90°C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6236208" y="356616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Близко к thermal shutdown. Процессор сам выключит ПК чтобы не сгореть. Срочно чистить.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Читай температуры через LibreHardwareMonitor — он рядом с дашбордом на флешке.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перегрев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Перегрев — симптомы и причины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17420"/>
            <a:ext cx="1554480" cy="15544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FB718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886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Когда ПК «горит»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51760" y="2496312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Симптомы перегрева (если хоть один — копай туда):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Выключается сам во время игры или монтажа (thermal shutdown)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В играх кадры сначала 60, потом резко падают до 30 (тротлинг)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Вентилятор гудит на максимум даже в простое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Корпус ноутбука горячий снизу, обжигает руки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Причины (по убыванию частоты):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Пыль в радиаторе — забивается за 1-2 года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Термопаста засохла — норма раз в 2-3 года менять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Вентилятор не крутится или сломан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Плохой корпус — нет вентиляции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Тротлинг = ПК сам режет себе скорость чтобы не сгореть. Лечится чисткой.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BSOD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BSOD — синий экран, который полезен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17420"/>
            <a:ext cx="1554480" cy="15544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22D3E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886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Blue Screen of Death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51760" y="2496312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Windows натыкается на что-то критическое (битая память, кривой драйвер, сбой ядра) — она аварийно останавливается и показывает синий экран.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на этом экране — код ошибки. Запиши его прямо со смартфона, по нему почти всегда понятно где искать: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MEMORY_MANAGEMENT — память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DRIVER_IRQL_NOT_LESS_OR_EQUAL — драйвер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KMODE_EXCEPTION_NOT_HANDLED — драйвер или память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Ещё на экране бывает QR-код — наведи камеру, Microsoft расскажет подробнее.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Синий экран — не «винда сломалась». Это Windows честно говорит что нашла беду.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коды BSOD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Топ-5 кодов и что они значат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83080"/>
            <a:ext cx="54864" cy="45720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783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MEMORY_MANAGEMENT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240" y="17830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Битая планка RAM. Прогнать MemTest86+. Если ошибки — менять.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13432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13432"/>
            <a:ext cx="54864" cy="4572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134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DRIVER_IRQL_NOT_LESS_OR_EQUAL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06240" y="231343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Кривой драйвер. Откатить последний обновлённый драйвер.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43784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843784"/>
            <a:ext cx="54864" cy="4572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84378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KMODE_EXCEPTION_NOT_HANDLED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06240" y="284378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Драйвер или память. Сначала драйверы, потом RAM.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374136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374136"/>
            <a:ext cx="54864" cy="4572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37413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PAGE_FAULT_IN_NONPAGED_AREA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06240" y="337413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или диск. Проверить SMART + MemTest.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904488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904488"/>
            <a:ext cx="54864" cy="457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9044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CRITICAL_PROCESS_DIED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06240" y="390448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Системный файл повреждён. sfc /scannow и DISM /RestoreHealth.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база кодов: Microsoft Bug Check Code Reference (поиск по коду).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минидампы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Минидампы — кто виноват, в файле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17420"/>
            <a:ext cx="1554480" cy="15544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A855F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886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C:\Windows\Minidump\*.dmp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51760" y="2496312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каждом синем экране Windows записывает мини-дамп — снимок памяти в момент сбоя. Это файл размером ~300 КБ.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читать: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WhoCrashed (бесплатно) — самый простой. Покажет «виновник: nvlddmkm.sys» и подскажет «это драйвер NVIDIA».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BlueScreenView (NirSoft) — продвинутее, видит сразу список всех дампов с кодами.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узнаёшь: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Какой драйвер или модуль ядра упал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Какие процессы были в момент сбоя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Точный код ошибки (если на экране не успели запомнить)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Минидамп — это полная диагностика BSOD задним числом. Не пугайся слова «дамп».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итог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Как собрать диагноз — порядок шагов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48740" y="1874520"/>
            <a:ext cx="868680" cy="8686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48740" y="1874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4864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 Verus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8368" y="3291840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 покажет красные зоны: диск, температура, BSOD за месяц. Это твоя карта.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16916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37660" y="1874520"/>
            <a:ext cx="868680" cy="8686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7660" y="1874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33756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Углубись где красное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447288" y="3291840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Красный диск → CrystalDiskInfo. Красная температура → LibreHardwareMonitor + чистка. Много BSOD → WhoCrashed.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6916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26580" y="1874520"/>
            <a:ext cx="868680" cy="8686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26580" y="1874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12648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 клиенту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236208" y="3291840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Покажи цифры на экране. Не «у тебя плохой ПК», а «вот диск износ 92%, вот BSOD из-за памяти».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спроси ПК. Потом покажи ответ клиенту. Тогда работа выглядит как диагноз, а не «угадайка».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SMART, температуры, BSOD — язык ПК</dc:title>
  <dc:subject>Урок 2 курса «Мастер ПК»</dc:subject>
  <dc:creator>Verus</dc:creator>
  <cp:lastModifiedBy>Verus</cp:lastModifiedBy>
  <cp:revision>1</cp:revision>
  <dcterms:created xsi:type="dcterms:W3CDTF">2026-06-01T07:44:07Z</dcterms:created>
  <dcterms:modified xsi:type="dcterms:W3CDTF">2026-06-01T07:44:07Z</dcterms:modified>
</cp:coreProperties>
</file>