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обучение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6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КУРС ПК-МАСТЕРА · УРОК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5486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Компьютер</a:t>
            </a:r>
            <a:endParaRPr lang="en-US" sz="5600" dirty="0"/>
          </a:p>
          <a:p>
            <a:pPr algn="l" indent="0" marL="0">
              <a:buNone/>
            </a:pPr>
            <a:r>
              <a:rPr lang="en-US" sz="5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изнутри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внутри и зачем оно нужно. Чтобы чинить — сначала пойми устройство.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1417320"/>
            <a:ext cx="2468880" cy="24688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2" y="1764792"/>
            <a:ext cx="178308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из чего состоит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Главные части ПК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2578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22476" y="1636776"/>
            <a:ext cx="612648" cy="612648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169164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17220" y="2331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Процессор (CPU)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08660" y="26334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Мозг — считает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6898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65676" y="1636776"/>
            <a:ext cx="612648" cy="612648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40" y="169164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60420" y="2331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(RAM)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451860" y="26334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стол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1218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008876" y="1636776"/>
            <a:ext cx="612648" cy="612648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740" y="169164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03620" y="2331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Накопитель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195060" y="26334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всё хранится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2578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522476" y="3145536"/>
            <a:ext cx="612648" cy="612648"/>
          </a:xfrm>
          <a:prstGeom prst="ellipse">
            <a:avLst/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340" y="320040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17220" y="3840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Материнская плата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08660" y="414223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всего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26898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265676" y="3145536"/>
            <a:ext cx="612648" cy="612648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540" y="3200400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360420" y="3840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питания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3451860" y="414223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Электричество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01218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008876" y="3145536"/>
            <a:ext cx="612648" cy="612648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740" y="3200400"/>
            <a:ext cx="502920" cy="5029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103620" y="3840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Видеокарта (GPU)</a:t>
            </a:r>
            <a:endParaRPr lang="en-US" sz="1500" dirty="0"/>
          </a:p>
        </p:txBody>
      </p:sp>
      <p:sp>
        <p:nvSpPr>
          <p:cNvPr id="37" name="Text 29"/>
          <p:cNvSpPr/>
          <p:nvPr/>
        </p:nvSpPr>
        <p:spPr>
          <a:xfrm>
            <a:off x="6195060" y="414223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Картинка на экран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процессор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Процессор — мозг компьютера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CPU — что считает скорость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Всё, что ты делаешь на ПК, считает процессор. Открыл браузер, играешь, монтируешь видео — он работает.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что смотреть (сегодня норма — 6-8 ядер, 3-4 ГГц):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Сколько ядер (4 / 6 / 8) — столько задач может идти параллельно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Частота в ГГц (например 3.5) — насколько быстро каждое ядро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больше ядер и выше частота — тем больше задач сразу и тем быстрее каждая.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оперативная память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Память (RAM) — рабочий стол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Где живут открытые программы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Представь стол. Каждая открытая программа раскладывает на нём свои бумаги. Чем больше стол — тем больше держится открытым сразу.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нужно сегодня: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8 ГБ — минимум для офиса и интернета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16 ГБ — комфортно для всего обычного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32 ГБ и больше — игры, монтаж, тяжёлая работа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 памяти = ПК тупит при открытии нескольких программ. Это первое что апгрейдят.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накопители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Диски — куда сохраняется всё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25780" y="16916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920240"/>
            <a:ext cx="731520" cy="731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17220" y="2788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HDD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26948" y="320040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Жёсткий диск с крутящимися блинами внутри. Дешёвый, но медленный. На 2026 — устаревший для системного диска.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68980" y="16916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6052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920240"/>
            <a:ext cx="731520" cy="7315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60420" y="2788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SSD (SATA)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3470148" y="320040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движущихся частей. В 5-10 раз быстрее HDD. Стоит примерно столько же. Хороший вариант под Windows и программы.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12180" y="16916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90372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920240"/>
            <a:ext cx="731520" cy="7315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03620" y="2788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NVMe (M.2)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6213348" y="320040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быстрый. Прямо на материнке, без проводов. В 5 раз быстрее SATA SSD. Стандарт для новых ПК сегодня.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Замена HDD на SSD — самый заметный апгрейд для старого ПК.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материнская плата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Материнка — связь всего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A855F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Дорожки и разъёмы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 по себе материнка ничего не делает. Её задача — соединить все компоненты и дать им питание.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на ней находится: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Сокет — куда вставляется процессор. У Intel свои сокеты, у AMD — свои.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Слоты памяти (обычно 2 или 4 планки), слот M.2 для NVMe, разъёмы SATA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Поменять процессор Intel на AMD = и материнку тоже менять. Сокеты разные.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блок питания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Блок питания — электричество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FBBF2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БП — блок питания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розетки идёт 220 вольт переменного тока. Компонентам нужны 12 и 5 вольт постоянного тока. БП переводит одно в другое.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важные характеристики: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Мощность в ваттах. Офисный ПК — 400 Вт хватает, игровой — 650-850 Вт.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Сертификат 80+ (Bronze, Silver, Gold) — насколько эффективно работает. Минимум Bronze, лучше Gold.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Дешёвый БП может убить остальное железо при поломке. Не экономь на нём.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видеокарта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Видеокарта — рисует картинку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93192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74520"/>
            <a:ext cx="731520" cy="73152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47672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Встроенная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31520" y="26517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процессора (Intel UHD, AMD Vega). Питается от него же. Идёт с CPU бесплатно.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Хватает для: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Офис, браузер, видео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Лёгкие старые игры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1-2 монитора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тянет современные игры и монтаж в 4K.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1691640"/>
            <a:ext cx="393192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0" y="1874520"/>
            <a:ext cx="731520" cy="73152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947672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85216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Дискретная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5029200" y="26517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Отдельная плата (NVIDIA RTX, AMD Radeon). Своя память VRAM (8-24 ГБ). Своё охлаждение.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для: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Современных игр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Монтажа видео, 3D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Нейросетей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Минус — цена. От 20 тыс. ₽.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видеокарта или нет — зависит от задач: офис — встроенной хватит, игры и монтаж — нужна дискретная.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разъёмы и периферия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куда подключается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25780" y="16916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8660" y="2011680"/>
            <a:ext cx="548640" cy="5486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2075688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4874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48740" y="22402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HDMI, DisplayPort, VGA (старый), DVI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68980" y="16916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51860" y="2011680"/>
            <a:ext cx="548640" cy="5486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012" y="2075688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9194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Клавиатура и мышь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091940" y="22402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USB-A / USB-C, реже Bluetooth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12180" y="16916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95060" y="2011680"/>
            <a:ext cx="548640" cy="5486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212" y="2075688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3514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Зарядка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835140" y="22402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Кабель в БП (стационар) или адаптер (ноут)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25780" y="30175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08660" y="3337560"/>
            <a:ext cx="548640" cy="5486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3401568"/>
            <a:ext cx="420624" cy="4206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48740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Флешки и диски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348740" y="35661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USB-A, USB-C — внешние накопители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268980" y="30175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451860" y="3337560"/>
            <a:ext cx="548640" cy="5486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5012" y="3401568"/>
            <a:ext cx="420624" cy="42062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091940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4091940" y="35661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RJ45 (Ethernet) и Wi-Fi (без проводов)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012180" y="30175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195060" y="3337560"/>
            <a:ext cx="548640" cy="5486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8212" y="3401568"/>
            <a:ext cx="420624" cy="42062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835140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Наушники / звук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6835140" y="35661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Зелёный разъём 3.5 мм или USB / Bluetooth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Важно: USB-C — новый стандарт, USB-A — старый. У новых ноутов часто только USB-C, у старых ПК — только USB-A.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итог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Перед разборкой — 3 правила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25780" y="16916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96596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2940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Выключи и отсоедини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54380" y="32461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провода — из розетки. Дождись пока всё остынет. На ноуте — вытащи батарею если съёмная.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68980" y="16916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6052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96596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06140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Сними статику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497580" y="32461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Дотронься до металла (батарея, корпус). Лучше — антистатический браслет. Иначе убьёшь компоненты.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12180" y="16916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90372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96596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49340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Сфотографируй ДО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240780" y="32461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разъём, каждый винт. Через час забудешь куда что было. Фото — твой план сборки.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пойми устройство — потом ремонтируй. Спешка убивает компоненты и нервы.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Компьютер изнутри — что и зачем</dc:title>
  <dc:subject>Урок 1 курса «Мастер ПК»</dc:subject>
  <dc:creator>Verus</dc:creator>
  <cp:lastModifiedBy>Verus</cp:lastModifiedBy>
  <cp:revision>1</cp:revision>
  <dcterms:created xsi:type="dcterms:W3CDTF">2026-05-31T07:26:32Z</dcterms:created>
  <dcterms:modified xsi:type="dcterms:W3CDTF">2026-05-31T07:26:32Z</dcterms:modified>
</cp:coreProperties>
</file>