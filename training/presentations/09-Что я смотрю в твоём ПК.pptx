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честный мастер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ДЛЯ КЛИЕНТА · ЧЕСТНЫЙ СЕРВИС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я смотрю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твоём ПК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главное — что я НЕ открываю. Твои документы, фото и переписки — это твоё личное. Я туда не лезу.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как работаю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я работаю с твоим ПК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84632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9304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приёмки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Зафиксируем состояние ПК на бумаге. Подпишем оба. Это твоя страховка.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50792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Запускаю программу, она показывает железо и систему. Никаких файлов не открываю.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7608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Скажу что нашёл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0488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на экране — ты видишь сам. Объясняю по-человечески, без терминов.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9304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до работы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Назову точную цену до ремонта. Без сюрпризов в счёте.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050792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Делаю с твоего «да»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меняю без твоего согласия. Решение — за тобой.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07608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0488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122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передачи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90488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Подписываем что приняли работу. Гарантия 14 дней.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магии. Прозрачно, с бумагами, по согласию. Так работает честный мастер.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диск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Здоровье твоего диска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Диск сам ведёт дневник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современный диск сам считает свои часы работы, ошибки и износ. Это называется SMART.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CrystalDiskInfo читает эти цифры и показывает мне: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Сколько лет диск проработал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Есть ли сбои чтения или записи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Сколько ресурса осталось (для SSD)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SMART красные показатели — твои фотографии и документы под угрозой. Я покажу цифры на экране, и ты сам решишь: менять диск сейчас или подождать.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моё мнение «диск плохой» — это сам диск пишет о себе. Цифры — наша общая правда.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температуры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ПК тормозит и выключается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Перегрев — самая частая причина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ПК тормозит в играх, выключается под нагрузкой или гудит как самолёт — почти всегда это перегрев.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(за 2-3 года накапливаются):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Пыль забивает радиатор — воздух не проходит, тепло не отводится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Термопаста между процессором и радиатором высыхает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показываю температуру в реальном времени. Если высокая — чистка от пыли и замена термопасты решают проблему. Это типовая профилактика раз в 1-2 года.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Профилактика дешевле ремонта. 1200₽ на чистку — и ПК снова работает как новый.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вирусы и реклама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я ищу из «нежелательного»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Вирусы и трояны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которые крадут пароли или майнят криптовалюту на твоём ПК.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Рекламное ПО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везде, новая стартовая страница в браузере, всплывающие окна.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Подозрительные настройки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Антивирус отключён без твоего ведома, странные программы в автозагрузке.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Найдёт программа — покажу тебе список и спрошу что удалять. Ничего не убираю без согласия.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твоё личное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я НЕ открываю — никогда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5780" y="173736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" y="190195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224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158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документы (Word, Excel, PDF)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40580" y="173736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7740" y="190195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5224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638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и видео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25780" y="25603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2940" y="272491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7520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11580" y="2560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Переписки в мессенджерах и почте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40580" y="25603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77740" y="272491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752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6380" y="2560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Сохранённые пароли в браузере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25780" y="338328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2940" y="354787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59816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1158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посещённых сайтов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640580" y="338328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77740" y="3547872"/>
            <a:ext cx="411480" cy="4114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598164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2638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Банковские приложения и Госуслуги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галочки — в акте передачи. Подписываю, что ничего из этого не открывал и не копировал.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акт приёмки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 приёмки — мы оба защищены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Подпишем перед тем как я унесу ПК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бумаге зафиксируем: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Твои контакты — кому возвращать ПК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Модель и серийный номер устройства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Внешнее состояние: царапины, потёртости, сколы (если есть)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Что в комплекте: блок питания, кабели, мышь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Твоя жалоба — твоими словами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нам обоим: ты защищён от «мастер подменил мне ноутбук». Я защищён от «верни мне исправный, ты что-то сломал». Через 2 недели память подведёт нас обоих — а бумага не врёт.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Распечатываю прямо у тебя. Один экземпляр забираю с собой, один — тебе.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акт передачи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 передачи — что я сделал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Подпишем когда я верну ПК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бумаге будет: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Что я сделал — список конкретных работ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Что я НЕ трогал — твои документы, фото, переписки, пароли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 риском / рекомендуется — что заметил, но не починил (например «диск износ 88%»)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Гарантия 14 дней на выполненные работы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Следующее ТО — когда профилактика рекомендуется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чек к нему — твои документы что работа сделана. Если через неделю что-то перестанет работать — я приеду по гарантии бесплатно.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14 дней на мою работу. Если по моей вине — починю бесплатно. Это в акте.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оплата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платить — официально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 зарегистрирован как самозанятый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 официально, как самозанятый в системе НПД. Это значит: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После оплаты пробью тебе чек в приложении «Мой налог»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Чек придёт на твою почту или в мессенджер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Налог 4% я плачу сам, тебе только сумма работы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Платить можно как удобно: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Наличными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Переводом по СБП (QR-код покажу)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 карту банка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официальный — можешь использовать для отчёта на работе или в декларации.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«работы в чёрную». Чек, акты, гарантия — всё как у нормального сервиса.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обещаю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я тебе обещаю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9202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Покажу что нашёл цифрами. Не «у тебя плохой ПК», а конкретные показатели.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22676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19202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6896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Уважительно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670048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документы, фото и переписки — твоё личное. Я туда не лезу.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44084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24" y="19202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бумагой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791456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приёмки + акт передачи + чек. Всё официально, без воды.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65492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2024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9712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гарантией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912864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что-то отвалится по моей работе — приеду бесплатно в течение 14 дней.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что доверяешь мне свой ПК. Я отношусь к этому серьёзно.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я смотрю в твоём ПК и что НЕ открываю</dc:title>
  <dc:subject>Для клиента — прозрачность работы мастера</dc:subject>
  <dc:creator>Verus</dc:creator>
  <cp:lastModifiedBy>Verus</cp:lastModifiedBy>
  <cp:revision>1</cp:revision>
  <dcterms:created xsi:type="dcterms:W3CDTF">2026-05-31T07:26:37Z</dcterms:created>
  <dcterms:modified xsi:type="dcterms:W3CDTF">2026-05-31T07:26:37Z</dcterms:modified>
</cp:coreProperties>
</file>