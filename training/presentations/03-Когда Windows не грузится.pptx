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ПК-МАСТЕРА · УРОК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Windows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грузится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спасения: от лёгких приёмов до полной переустановки. И главное — где остановиться, чтобы не угробить данные.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417320"/>
            <a:ext cx="2468880" cy="24688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288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правило #1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Сначала данные — потом всё остальное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Главное правило ремонта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что-то нажимать на сломанной системе — скопируй файлы клиента на свою флешку. Документы, фото, рабочий стол, AppData.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так: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Сломанная Windows может ещё больше «сломаться» от твоих попыток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Любая команда восстановления может перезаписать важные данные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Спасти 30 минут на бэкап важнее чем потерять диплом клиента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система совсем не грузится — загрузись с Hiren's BootCD, оттуда скопируй файлы на внешний диск. Это шаг ноль, до любых других действий.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потратить полчаса на бэкап, чем потом 5 часов на восстановление данных лабораторией.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симптомы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типичных «не грузится»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69164" y="1691640"/>
            <a:ext cx="1673352" cy="2331720"/>
          </a:xfrm>
          <a:prstGeom prst="roundRect">
            <a:avLst>
              <a:gd name="adj" fmla="val 4372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0604" y="2606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Чёрный экран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" y="310896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Курсор мигает, но ничего не происходит. Загрузчик сломан.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952244" y="1691640"/>
            <a:ext cx="1673352" cy="2331720"/>
          </a:xfrm>
          <a:prstGeom prst="roundRect">
            <a:avLst>
              <a:gd name="adj" fmla="val 4372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1828800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18973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43684" y="2606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при старте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116836" y="310896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Синий экран сразу после логотипа Windows. Драйвер или RAM.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735324" y="1691640"/>
            <a:ext cx="1673352" cy="2331720"/>
          </a:xfrm>
          <a:prstGeom prst="roundRect">
            <a:avLst>
              <a:gd name="adj" fmla="val 4372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51960" y="1828800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89738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26764" y="2606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bootable device»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899916" y="310896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не видит загрузчика. Проверь диск и порядок загрузки.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518404" y="1691640"/>
            <a:ext cx="1673352" cy="2331720"/>
          </a:xfrm>
          <a:prstGeom prst="roundRect">
            <a:avLst>
              <a:gd name="adj" fmla="val 4372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5040" y="1828800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89738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09844" y="2606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Бесконечный спиннер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82996" y="310896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Кружочки крутятся 20+ минут. Что-то ждёт сетевой ресурс или сервис висит.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301484" y="1691640"/>
            <a:ext cx="1673352" cy="2331720"/>
          </a:xfrm>
          <a:prstGeom prst="roundRect">
            <a:avLst>
              <a:gd name="adj" fmla="val 4372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818120" y="1828800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0" y="189738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92924" y="260604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перезагрузки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66076" y="3108960"/>
            <a:ext cx="1344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Грузится, BSOD, ребут, грузится, BSOD. Зацикливается на одной ошибке.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симптома свой набор причин. Запиши что видишь — и переходи к лесенке шагов.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 — безопасный режим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с минимумом драйверов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безопасном режиме Windows грузит только базовые драйверы. Если обычно всё валится, а в безопасном — работает, виновник найден: какой-то драйвер.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зайти: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Shift + перезагрузка → Доп. параметры → клавиша 4 (или F4)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Если не грузится совсем: 3 раза подряд выключи кнопкой при загрузке — WinRE сама вылезет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режим — первая дверь когда обычная закрыта. Не пропусти её.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 — точка восстановления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Откат настроек Windows назад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иногда сама создаёт «точки» — снимки своих настроек перед важными изменениями (обновлениями, установкой драйверов). Откатишься на такую точку — и кривое обновление как будто не происходило.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зайти: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Среда восстановления (WinRE): Доп. параметры → Восстановление системы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Если не загружается — WinRE сама вылезет после 2-3 неудачных загрузок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восстанавливается: реестр Windows, драйверы, обновления.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 восстанавливается: твои файлы (документы, фото — они остаются как есть).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восстановления — самый безопасный способ откатить кривое обновление. Файлы клиента не пострадают.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 — команды восстановления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217420"/>
            <a:ext cx="1188720" cy="118872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FBBF2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354580"/>
            <a:ext cx="1024128" cy="10241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40280" y="1874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WinRE → командная строка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2402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bootrec /fixmbr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6072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 главную загрузочную запись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40280" y="2624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bootrec /fixboot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60720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 загрузочный сектор раздела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40280" y="2916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bootrec /rebuildbcd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60720" y="2916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Пересобирает список систем для загрузки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240280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sfc /scannow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760720" y="3209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и чинит системные файлы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4028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DISM /Online /Cleanup-Image /RestoreHealth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760720" y="3502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 хранилище компонентов Windows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24028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chkdsk C: /f /r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760720" y="3794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диск на ошибки (долго)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Выполняй по одной. После каждой — перезагрузка и проверка, грузится или нет.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4 — загрузка с флешки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2606040"/>
          </a:xfrm>
          <a:prstGeom prst="roundRect">
            <a:avLst>
              <a:gd name="adj" fmla="val 3509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17420"/>
            <a:ext cx="1554480" cy="1554480"/>
          </a:xfrm>
          <a:prstGeom prst="ellipse">
            <a:avLst/>
          </a:prstGeom>
          <a:solidFill>
            <a:srgbClr val="0A1020"/>
          </a:solidFill>
          <a:ln w="25400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88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920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Hiren's BootCD PE или WinPE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51760" y="2496312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родная Windows не грузится совсем — поднимай ПК с твоей флешки. На ней живёт мини-Windows со всеми инструментами.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понадобится: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Флешка с Hiren's BootCD PE (бесплатно с hirensbootcd.org)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В BIOS поставить загрузку с USB первой</a:t>
            </a: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endParaRPr lang="en-US" sz="13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делаешь оттуда: копируешь файлы клиента, гоняешь chkdsk / sfc на «выключенной» системе, чинишь загрузчик через bootrec.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Флешка-спасатель — главный инструмент мастера. Сделай её один раз и носи с собой.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лесенка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Лесенка по сложности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режим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" y="2944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риск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мин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вирус / откатить драйвер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05456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91256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96896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восстановления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42616" y="2944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риск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42616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мин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88336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откатить кривое обновление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2664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2664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18304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WinRE-команды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64024" y="2944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риск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024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20 мин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9744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пересобрать загрузчик, проверить файлы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48272" y="16916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4072" y="1810512"/>
            <a:ext cx="640080" cy="64008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39712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Hiren's + переустановка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85432" y="2944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3200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1-2 ч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данные, поставить Windows заново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по лесенке: сначала простое, потом сложное. Не прыгай на «переустановку» с порога.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переустановка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Когда переустановка обязательна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Шифровальщик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зашифрованы вирусом-вымогателем. Чистка системы не вернёт данные — только из бэкапа.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Дохлый диск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красный, ошибок чтения сотни. Сначала меняй диск, потом ставь Windows на новый.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A855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не лечится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Прогнал все шаги, ничего не помогло. Иногда быстрее переставить, чем копать дальше.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переустановкой — обязательный шаг ноль: сними данные клиента и положи на свою флешку.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92608"/>
            <a:ext cx="128016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1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55280" y="2011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Порядок действий — 3 правила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данные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любых попыток восстановить — скопируй файлы клиента. Это шаг ноль, всегда.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 от лёгкого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4728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режим → точка восстановления → команды → флешка-спасатель → переустановка.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69164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0F1A2E"/>
          </a:solidFill>
          <a:ln w="12700">
            <a:solidFill>
              <a:srgbClr val="1B27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1874520"/>
            <a:ext cx="822960" cy="822960"/>
          </a:xfrm>
          <a:prstGeom prst="ellipse">
            <a:avLst/>
          </a:prstGeom>
          <a:solidFill>
            <a:srgbClr val="0A1020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 когда остановиться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236208" y="324612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диск физически умирает или вирус-шифровальщик — не теряй время, иди в переустановку.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A102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4622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Спокойствие, бэкап и порядок шагов. С этим оживает 9 ПК из 10.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Когда Windows не грузится — план действий</dc:title>
  <dc:subject>Урок 3 курса «Мастер ПК»</dc:subject>
  <dc:creator>Verus</dc:creator>
  <cp:lastModifiedBy>Verus</cp:lastModifiedBy>
  <cp:revision>1</cp:revision>
  <dcterms:created xsi:type="dcterms:W3CDTF">2026-05-31T07:26:34Z</dcterms:created>
  <dcterms:modified xsi:type="dcterms:W3CDTF">2026-05-31T07:26:34Z</dcterms:modified>
</cp:coreProperties>
</file>