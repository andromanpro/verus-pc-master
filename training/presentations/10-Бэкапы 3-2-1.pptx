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для клиента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ДЛЯ КЛИЕНТА · ЗАЩИТА ДАННЫХ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не потерять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данные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3-2-1 — как настроить бэкап чтобы фото и документы не пропали. Подходит и для дома, и для работы.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риски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истории как теряют данные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умер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Однажды утром ПК не включился. 8 лет фотографий, диплом, рабочие документы — всё на одном диске. Восстановление в лаборатории от 15 000₽.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Шифровальщик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 вложение в письме — все файлы стали .locked. Вымогатель просит 0.3 BTC за ключ. Без бэкапа — данные не вернуть.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Пропажа ПК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Украли ноутбук в кафе. Залило кофе и ноут не включился. Уронили и разбился. Резервной копии не было — всё ушло вместе с ноутом.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случая один итог: «если бы был бэкап — было бы не страшно». Не «может быть», а «будет».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Правило 3-2-1 — стандарт защиты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29184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Оригинал + 2 резервные. Если умрёт одна — есть запасная.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разных носителя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47288" y="329184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«два внешних диска», а внешний + облако. Разные технологии.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копия не дома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329184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или диск у родителей. На случай пожара или кражи.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«параноя». Это стандарт. Так делают банки, фотографы, программисты и просто умные люди.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Уровень 1 — внешний диск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Самое простое — флешка или USB-диск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 внешний жёсткий диск или большую флешку. Раз в неделю / месяц — копируй туда главное.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покупать в 2026: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USB-флешка 256 ГБ — около 2000₽. Для документов и фото хватит.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Внешний SSD 1 ТБ — около 8000₽. Быстрый, надёжный.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Внешний HDD 2 ТБ — около 6000₽. Дёшево и много, но медленнее.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правило: после копирования — отсоедини диск и убери. Если он постоянно подключён, шифровальщик зашифрует и его.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Подключил → скопировал → отсоединил. Это и есть бэкап. 10 минут раз в неделю.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Уровень 2 — облако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Автоматический бэкап в интернет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сами синхронизируют выбранные папки. Поставил программу — забыл, она работает в фоне.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в РФ 2026: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Яндекс.Диск — 100 ГБ за 99₽/мес, удобно, российский сервис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Облако Mail.ru — 128 ГБ за 75₽/мес, есть тарифы по 1 ТБ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Drive / OneDrive — работают, но 15 ГБ бесплатно, дальше платно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облако защитит даже от пожара и кражи дома. Минус — нужен интернет.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совмещать: фото в облако (синхронизация телефона) + документы на внешний диск.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уровень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Уровень 3 — NAS (для продвинутых)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Собственное домашнее облако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— это маленький компьютер с 2-4 дисками внутри. Стоит дома, к нему подключаются все твои устройства: ПК, ноут, телефон, телевизор.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Семья с большим архивом фото / видео (террабайты)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Фрилансеры с рабочими файлами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Дом «умной» техники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входа: Synology / QNAP — от 15 000₽ за корпус + диски. Один раз вложился — потом только электричество.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Плюс: твои данные у тебя дома, никакому Mail.ru не доверяешь.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— это «облако у тебя дома». Дорогое решение, но навсегда твоё.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что бэкапить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бэкапить в первую очередь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8740" y="182880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874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Незаменимое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Фотографии. Видео. Личные документы. Дипломы. Если потеряешь — не вернёшь никак.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7660" y="182880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76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47288" y="329184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файлы. Учёба. Переписка. Восстанавливается, но это часы и нервы.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6580" y="1828800"/>
            <a:ext cx="868680" cy="8686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658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36208" y="329184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Закладки браузера. Игровые сейвы. Настройки программ. Желательно, не критично.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 с «незаменимого». Если только это — уже выигрыш. Остальное добавишь потом.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расписание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часто делать бэкап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синхронизация фото с телефона (Яндекс.Диск, Mail.Облако — авто).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неделю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331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Скопировать новые рабочие файлы на внешний диск. 10 минут.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73152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месяц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копия документов и фото на второй диск (хранить у родителей).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29000"/>
            <a:ext cx="73152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 полгода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429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что бэкап реально работает — попробовать восстановить файл.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 без расписания = не бэкап. Поставь напоминание в календарь раз в неделю.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проверка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— проверить что работает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Тест восстановления — раз в полгода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Бэкап, который не проверяли — это надежда, а не защита. Бывает: 2 года копировал на диск, а оказалось — он не читался.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раз в полгода: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Открой бэкап и попробуй прочитать любой файл оттуда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Если открывается — живой. Если нет — пора менять носитель.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лучше: «восстанови» файл как будто оригинал пропал — потренируешься и проверишь процесс.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— 10 минут раз в полгода. По сравнению с потерей всех фото — это ничто.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старт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чего начать прямо сегодня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 внешний диск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1-2 ТБ. Цена 5-8 тыс. ₽. Один раз — на годы.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2676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2676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96896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 первую копию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+ фото = главное. Перенеси на внешний диск.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44084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4084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18304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 облако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Я.Диск или Mail.Облако. Включи синхронизацию папки «Фотографии».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5492" y="1828800"/>
            <a:ext cx="777240" cy="77724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5492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39712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Поставь напоминание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2864" y="310896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/ напоминания в телефоне: раз в неделю «обновить бэкап».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времени и 5000₽ сегодня = годы спокойствия завтра. Не откладывай до первой потери.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Бэкапы — как не потерять данные</dc:title>
  <dc:subject>Для клиента — правило 3-2-1</dc:subject>
  <dc:creator>Verus</dc:creator>
  <cp:lastModifiedBy>Verus</cp:lastModifiedBy>
  <cp:revision>1</cp:revision>
  <dcterms:created xsi:type="dcterms:W3CDTF">2026-05-31T07:26:37Z</dcterms:created>
  <dcterms:modified xsi:type="dcterms:W3CDTF">2026-05-31T07:26:37Z</dcterms:modified>
</cp:coreProperties>
</file>